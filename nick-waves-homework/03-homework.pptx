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SCIENCE · WAVES INVESTIGATION</a:t>
            </a:r>
          </a:p>
          <a:p>
            <a:pPr algn="ctr"/>
            <a:r>
              <a:rPr sz="2200" b="0">
                <a:solidFill>
                  <a:srgbClr val="9FD3FF"/>
                </a:solidFill>
                <a:latin typeface="Calibri"/>
              </a:rPr>
              <a:t>Nick · Class 6 AG · Option A: Dancing Rice</a:t>
            </a:r>
          </a:p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作业完成展示 + 实验理解
Homework Write-up &amp; Experiment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作业结构 Overview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Part A（必做1个）+ Part B（自己设计）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8B"/>
                </a:solidFill>
                <a:latin typeface="Calibri"/>
              </a:rPr>
              <a:t>Part A · 选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 Dancing rice ← 已选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 Elastic-band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 Bottle music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问题：音量如何影响米移动？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假设：音量越大，移动越明显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657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B57"/>
                </a:solidFill>
                <a:latin typeface="Calibri"/>
              </a:rPr>
              <a:t>第4–5页 · 实验报告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变量 Variables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结果表 Results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结论 + 证据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科学解释（vibration / amplitude）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评价 Evaluate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2F"/>
                </a:solidFill>
                <a:latin typeface="Calibri"/>
              </a:rPr>
              <a:t>Part B · 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新问题：距离如何影响米移动？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写假设、变量、材料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写方法步骤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画空白结果表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不要编造结果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实验怎么做 How to do Dancing Rice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跟动画视频一起看更清楚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1. 碗口蒙紧保鲜膜 Stretch cling film tightly over a bowl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2. 中间放 5 粒干米 Place 5 dry rice grains in the centre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3. 音箱靠近但不碰到 Leave a gap — speaker must not touch the bowl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4. 每次播同一段 5 秒音乐 Same 5-second music every trial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5. 测 4 个音量（如 25% / 50% / 75% / 100%），每个做 3 次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6. 每次试验前把米归位 Reset grains between trials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7. 按 0 / 1 / 2 打分（5 秒内观察）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评分标准 Scoring 0 · 1 · 2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Watch for 5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44444"/>
                </a:solidFill>
                <a:latin typeface="Calibri"/>
              </a:rPr>
              <a:t>Score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米完全不动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No grains visibly move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2F"/>
                </a:solidFill>
                <a:latin typeface="Calibri"/>
              </a:rPr>
              <a:t>Score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抖或滑，但不跳起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Shake or slide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None visibly jump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B57"/>
                </a:solidFill>
                <a:latin typeface="Calibri"/>
              </a:rPr>
              <a:t>Score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至少 1 粒米跳起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At least 1 grain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jumps above the film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第4页 · 变量 Variables (4 marks)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抄到作业纸上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Change（自变量）: the speaker volume setting (%)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Measure（因变量）: rice movement score (0, 1 or 2) in 5 seconds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Control（控制变量）: same music clip, same speaker–bowl gap, same 5 rice grains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Why: if distance / music / grain number change, the test is not fair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中文提示：只改变音量；观察米的移动分数；其他条件保持不变。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第4页 · 结果表 Results (5 marks)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示例数据 — 若孩子真做了实验可用自己的观察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Volume (%)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Trial 1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Trial 2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Trial 3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120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Pattern: higher volume → higher scores → supports hypothesis.
规律：音量越高，分数越高，支持假设。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第5页 · 结论 Conclusion (4 marks)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勾选：Supports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☑ Supports hypothesis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Pattern: higher volume settings produced higher movement scores.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Evidence 1: at 25% scores were mostly 0 (little or no movement).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Evidence 2: at 100% all three trials scored 2 (grains jumped).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Repeated trials mostly agreed, so the pattern is reliable.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中文：音量越大米动得越多；25% 几乎不动，100% 会跳起；重复试验结果一致。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第5页 · 科学解释 Science (4 marks)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关键词：vibration · amplitude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What vibrates: speaker cone → air → cling film → rice grains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How sound reaches your ear: vibrating air particles carry energy to the eardrum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Link: higher volume = larger amplitude → more energy to the film → more rice movement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中文：音箱振动 → 空气振动 → 薄膜振动 → 米移动。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音量越大 = 振幅（amplitude）越大 = 米动得越多。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第5页 · 评价 Evaluate (3 marks)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局限 + 改进 + 为什么有帮助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6A2F"/>
                </a:solidFill>
                <a:latin typeface="Calibri"/>
              </a:rPr>
              <a:t>Limitation 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用肉眼难判断微小抖动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Hard to judge small shakes by eye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8B"/>
                </a:solidFill>
                <a:latin typeface="Calibri"/>
              </a:rPr>
              <a:t>Improvement 改进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手机慢动作录像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Film trials in slow motion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或用尺子标记观察跳动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B57"/>
                </a:solidFill>
                <a:latin typeface="Calibri"/>
              </a:rPr>
              <a:t>Why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证据更清楚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分数更准确、更公平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Clearer jump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Part B · 自己设计 Design (20 marks)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换问题/变量，不能只改数字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Question: How does the distance between the speaker and the bowl affect rice movement?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Hypothesis: Closer speaker → more rice movement (greater amplitude near the source).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Change: distance (20 / 15 / 10 / 5 cm)    Measure: score 0 / 1 / 2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Control: same volume, same music, same bowl/film/grains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Safety: keep volume comfortable; ears away from the speaker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Method: numbered steps + 3 trials each distance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Recording plan: blank table only — do NOT invent results if not carried 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完整答卷图 Answer Sheets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可对照抄写到第4–7页</a:t>
            </a:r>
          </a:p>
        </p:txBody>
      </p:sp>
      <p:pic>
        <p:nvPicPr>
          <p:cNvPr id="5" name="Picture 4" descr="waves-p4-rec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750330" cy="5303520"/>
          </a:xfrm>
          <a:prstGeom prst="rect">
            <a:avLst/>
          </a:prstGeom>
        </p:spPr>
      </p:pic>
      <p:pic>
        <p:nvPicPr>
          <p:cNvPr id="6" name="Picture 5" descr="waves-p5-expl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88720"/>
            <a:ext cx="3750330" cy="5303520"/>
          </a:xfrm>
          <a:prstGeom prst="rect">
            <a:avLst/>
          </a:prstGeom>
        </p:spPr>
      </p:pic>
      <p:pic>
        <p:nvPicPr>
          <p:cNvPr id="7" name="Picture 6" descr="waves-p6-desig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88720"/>
            <a:ext cx="3750330" cy="5303520"/>
          </a:xfrm>
          <a:prstGeom prst="rect">
            <a:avLst/>
          </a:prstGeom>
        </p:spPr>
      </p:pic>
      <p:pic>
        <p:nvPicPr>
          <p:cNvPr id="8" name="Picture 7" descr="waves-p7-metho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188720"/>
            <a:ext cx="375033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配套视频 Videos（同文件夹）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电脑/手机直接双击 MP4 播放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B57"/>
                </a:solidFill>
                <a:latin typeface="Calibri"/>
              </a:rPr>
              <a:t>① dancing-rice-animation.mp4 ★推荐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实验动画（米跳动、声波）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英文旁白 + 中英字幕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约 1 分 30 秒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最适合孩子理解实验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8B"/>
                </a:solidFill>
                <a:latin typeface="Calibri"/>
              </a:rPr>
              <a:t>② waves-homework-explainer.mp4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作业页讲解版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英文旁白 + 中英字幕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约 2 分 45 秒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适合对照填表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给家长的使用说明</a:t>
            </a:r>
          </a:p>
          <a:p>
            <a:r>
              <a:rPr sz="1400" b="0">
                <a:solidFill>
                  <a:srgbClr val="9FD3FF"/>
                </a:solidFill>
                <a:latin typeface="Calibri"/>
              </a:rPr>
              <a:t>How parents can use this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1. 先让孩子看 dancing-rice-animation.mp4（动画理解实验）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2. 打开本 PPT，一起看变量 / 结果表 / 科学词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3. 对照答卷图，把英文答案抄到学校作业纸第 4–7 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4. Name: nick    Class: 6 AG    圈选 A — Rice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5. 第4页原来写的 get hot 是错的，请按本 PPT 改正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6. Part B 空表不要填假数据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7. 若孩子真做了实验，结果表可用他自己的观察分数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